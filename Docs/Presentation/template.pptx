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7340153" d="5505125"/>
          <a:sy n="6553710" d="6357102"/>
        </p:scale>
        <p:origin x="3080252" y="7471187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596887-AC8F-D7A4-49BE-F5C25F748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44AC35-0BE3-8C30-4CBD-BB99BE8279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Slide de Títu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50718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8119310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88316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043959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C937DDF-CFDA-41E8-8FBE-93C363A4DAF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2706810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9437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7218983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220309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6648165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9493300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343209F-18D4-43BD-8199-BC301289572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exto e Título Vertical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111802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5067511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91040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1065249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029860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E9EFEDE-9B4C-4B68-8699-CC28ED143FF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Conteúd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94937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0915223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5656497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8134388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271412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1766DC1-5AF2-4478-AB49-76A1AA06636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abeçalho da Seçã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757177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3589903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391812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71679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4429154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16FAF9A-9D66-442A-8302-EFC20A8AB0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as Partes de Conteúd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08117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1344739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8033677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6367893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3791853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375831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5C694C0-78DC-4E0B-8309-EFC933B0AF1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açã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737005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6254525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1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4256714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0684855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1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6062899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2340746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601420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4947483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07B0EA6-4D94-43EB-BE66-3C3DA9DC78D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mente Títu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53715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4622814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2987176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134987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8072F54-02C1-46DB-BADE-48782E1CB0A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587289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75896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6720645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3E5FA6C-27BC-4C2E-B168-177B5A41ED2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údo com Legenda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76314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2794971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634397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8383302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7447342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3355809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B90E632-6D3D-47BD-BC8B-4F00E385DF2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Imagem com Legenda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135605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9044740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282227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587259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3472951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745900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A7D672E-0194-47D7-96D8-C341055EF69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251968" name="PlaceHolder 1"/>
          <p:cNvSpPr>
            <a:spLocks noGrp="1"/>
          </p:cNvSpPr>
          <p:nvPr>
            <p:ph type="title"/>
          </p:nvPr>
        </p:nvSpPr>
        <p:spPr bwMode="auto">
          <a:xfrm>
            <a:off x="1005840" y="2683440"/>
            <a:ext cx="10500120" cy="104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pt-BR" sz="3000" b="0" u="none" strike="noStrike">
                <a:solidFill>
                  <a:schemeClr val="dk1"/>
                </a:solidFill>
                <a:latin typeface="Calibri Light"/>
              </a:rPr>
              <a:t>&lt;Título&gt;</a:t>
            </a:r>
            <a:endParaRPr lang="pt-BR" sz="3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4961316" name="PlaceHolder 2"/>
          <p:cNvSpPr>
            <a:spLocks noGrp="1"/>
          </p:cNvSpPr>
          <p:nvPr>
            <p:ph type="subTitle"/>
          </p:nvPr>
        </p:nvSpPr>
        <p:spPr bwMode="auto">
          <a:xfrm>
            <a:off x="1333440" y="4430880"/>
            <a:ext cx="9524520" cy="181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rgbClr val="002060"/>
                </a:solidFill>
                <a:latin typeface="Calibri"/>
              </a:rPr>
              <a:t>Discente: &lt;Nome&gt;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rgbClr val="002060"/>
                </a:solidFill>
                <a:latin typeface="Calibri"/>
              </a:rPr>
              <a:t>Orientador: </a:t>
            </a:r>
            <a:r>
              <a:rPr lang="pt-BR" sz="2400" b="0" i="0" u="none" strike="noStrike" cap="none" spc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&lt;Nome&gt;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pt-BR" sz="2800" b="0" u="none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rgbClr val="002060"/>
                </a:solidFill>
                <a:latin typeface="Calibri"/>
              </a:rPr>
              <a:t>Ilha Solteira, 2026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pt-BR" sz="2800" b="0" u="none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pt-BR" sz="3600" b="0" u="none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pt-BR" sz="3600" b="0" u="none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05095230" name="Grupo 9"/>
          <p:cNvGrpSpPr/>
          <p:nvPr/>
        </p:nvGrpSpPr>
        <p:grpSpPr bwMode="auto">
          <a:xfrm>
            <a:off x="0" y="-19080"/>
            <a:ext cx="12191760" cy="1490759"/>
            <a:chOff x="0" y="-19080"/>
            <a:chExt cx="12191760" cy="1490759"/>
          </a:xfrm>
        </p:grpSpPr>
        <p:pic>
          <p:nvPicPr>
            <p:cNvPr id="61" name="Picture 47" descr="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-19080"/>
              <a:ext cx="12191760" cy="1490759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2" name="CaixaDeTexto 4"/>
            <p:cNvSpPr/>
            <p:nvPr/>
          </p:nvSpPr>
          <p:spPr bwMode="auto">
            <a:xfrm>
              <a:off x="5328000" y="767879"/>
              <a:ext cx="4032000" cy="35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defRPr/>
              </a:pPr>
              <a:endParaRPr lang="pt-BR" sz="1400" b="0" i="1" u="none" strike="noStrike">
                <a:solidFill>
                  <a:schemeClr val="dk1"/>
                </a:solidFill>
                <a:latin typeface="Times New Roman"/>
              </a:endParaRPr>
            </a:p>
          </p:txBody>
        </p:sp>
      </p:grpSp>
      <p:sp>
        <p:nvSpPr>
          <p:cNvPr id="1294164576" name="Rectangle 1"/>
          <p:cNvSpPr/>
          <p:nvPr/>
        </p:nvSpPr>
        <p:spPr bwMode="auto">
          <a:xfrm>
            <a:off x="0" y="6597720"/>
            <a:ext cx="12191760" cy="259920"/>
          </a:xfrm>
          <a:prstGeom prst="rect">
            <a:avLst/>
          </a:prstGeom>
          <a:gradFill rotWithShape="0">
            <a:gsLst>
              <a:gs pos="0">
                <a:srgbClr val="1C3EFF"/>
              </a:gs>
              <a:gs pos="100000">
                <a:srgbClr val="83CAFF"/>
              </a:gs>
            </a:gsLst>
            <a:lin ang="5400000" scaled="1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  <a:tab pos="9410760" algn="l"/>
                <a:tab pos="10134720" algn="l"/>
                <a:tab pos="10858680" algn="l"/>
                <a:tab pos="11582280" algn="l"/>
                <a:tab pos="12306240" algn="l"/>
                <a:tab pos="13030200" algn="l"/>
                <a:tab pos="13754160" algn="l"/>
                <a:tab pos="14478120" algn="l"/>
                <a:tab pos="15202079" algn="l"/>
                <a:tab pos="15925680" algn="l"/>
                <a:tab pos="16649640" algn="l"/>
              </a:tabLst>
              <a:defRPr/>
            </a:pPr>
            <a:r>
              <a:rPr lang="pt-BR" sz="2600" b="0" u="none" strike="noStrike">
                <a:solidFill>
                  <a:srgbClr val="000000"/>
                </a:solidFill>
                <a:latin typeface="Calibri"/>
              </a:rPr>
              <a:t> </a:t>
            </a:r>
            <a:endParaRPr lang="pt-BR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9814" name="CaixaDeTexto 10"/>
          <p:cNvSpPr/>
          <p:nvPr/>
        </p:nvSpPr>
        <p:spPr bwMode="auto">
          <a:xfrm>
            <a:off x="3493800" y="1340640"/>
            <a:ext cx="520416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pt-BR" sz="2400" b="0" u="none" strike="noStrike">
                <a:solidFill>
                  <a:srgbClr val="002060"/>
                </a:solidFill>
                <a:latin typeface="Calibri"/>
              </a:rPr>
              <a:t>Departamento de Engenharia Elétrica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r>
              <a:rPr lang="pt-BR" sz="2400" b="0" u="none" strike="noStrike">
                <a:solidFill>
                  <a:srgbClr val="002060"/>
                </a:solidFill>
                <a:latin typeface="Calibri"/>
              </a:rPr>
              <a:t>Trabalho de Graduação</a:t>
            </a: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pt-BR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504178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B1F9B888-9301-48A0-A626-A19C1AC6FAFE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185314" name="PlaceHolder 1"/>
          <p:cNvSpPr>
            <a:spLocks noGrp="1"/>
          </p:cNvSpPr>
          <p:nvPr>
            <p:ph/>
          </p:nvPr>
        </p:nvSpPr>
        <p:spPr bwMode="auto">
          <a:xfrm>
            <a:off x="382680" y="2150640"/>
            <a:ext cx="10515240" cy="33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&lt;Ponto 1&gt;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&lt;Ponto 2&gt;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&lt;Ponto 3&gt;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116648138" name="Grupo 9"/>
          <p:cNvGrpSpPr/>
          <p:nvPr/>
        </p:nvGrpSpPr>
        <p:grpSpPr bwMode="auto">
          <a:xfrm>
            <a:off x="0" y="-19080"/>
            <a:ext cx="12191760" cy="1490759"/>
            <a:chOff x="0" y="-19080"/>
            <a:chExt cx="12191760" cy="1490759"/>
          </a:xfrm>
        </p:grpSpPr>
        <p:pic>
          <p:nvPicPr>
            <p:cNvPr id="67" name="Picture 47" descr="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-19080"/>
              <a:ext cx="12191760" cy="1490759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8" name="CaixaDeTexto 4"/>
            <p:cNvSpPr/>
            <p:nvPr/>
          </p:nvSpPr>
          <p:spPr bwMode="auto">
            <a:xfrm>
              <a:off x="5328000" y="767879"/>
              <a:ext cx="4032000" cy="35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defRPr/>
              </a:pPr>
              <a:endParaRPr lang="pt-BR" sz="1400" b="0" i="1" u="none" strike="noStrike">
                <a:solidFill>
                  <a:schemeClr val="dk1"/>
                </a:solidFill>
                <a:latin typeface="Times New Roman"/>
              </a:endParaRPr>
            </a:p>
          </p:txBody>
        </p:sp>
      </p:grpSp>
      <p:sp>
        <p:nvSpPr>
          <p:cNvPr id="93971459" name="Título 1"/>
          <p:cNvSpPr/>
          <p:nvPr/>
        </p:nvSpPr>
        <p:spPr bwMode="auto">
          <a:xfrm>
            <a:off x="0" y="1184759"/>
            <a:ext cx="10515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  <a:defRPr/>
            </a:pPr>
            <a:r>
              <a:rPr lang="pt-BR" sz="3200" b="0" i="1" u="none" strike="noStrike">
                <a:solidFill>
                  <a:srgbClr val="002060"/>
                </a:solidFill>
                <a:latin typeface="Calibri Light"/>
              </a:rPr>
              <a:t>    </a:t>
            </a:r>
            <a:r>
              <a:rPr lang="pt-BR" sz="3200" b="0" u="none" strike="noStrike">
                <a:solidFill>
                  <a:srgbClr val="002060"/>
                </a:solidFill>
                <a:latin typeface="Calibri Light"/>
              </a:rPr>
              <a:t>&lt;Tópico&gt;</a:t>
            </a:r>
            <a:endParaRPr lang="pt-BR" sz="3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356035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E9964DC3-D5F6-474B-B02C-230D6A499E82}" type="slidenum">
              <a:rPr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dc:description/>
  <dc:language>pt-BR</dc:language>
  <cp:lastModifiedBy/>
  <cp:revision>38</cp:revision>
  <dcterms:created xsi:type="dcterms:W3CDTF">2025-10-10T17:47:55Z</dcterms:created>
  <dcterms:modified xsi:type="dcterms:W3CDTF">2026-07-03T17:56:25Z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49</vt:i4>
  </property>
</Properties>
</file>